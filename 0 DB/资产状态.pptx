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6858000" cy="12192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80414" y="1279287"/>
            <a:ext cx="194291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32" y="2420112"/>
            <a:ext cx="51435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32" y="68284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40400" y="11225671"/>
            <a:ext cx="1522690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315250" y="11225600"/>
            <a:ext cx="2227500" cy="56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4993481" y="11225671"/>
            <a:ext cx="1525191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91" y="857701"/>
            <a:ext cx="6172250" cy="12643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875" y="2709333"/>
            <a:ext cx="6172250" cy="83990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40400" y="11225671"/>
            <a:ext cx="1522690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315250" y="11225600"/>
            <a:ext cx="2227500" cy="56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4993481" y="11225671"/>
            <a:ext cx="1525191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40400" y="11225671"/>
            <a:ext cx="1522690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315250" y="11225600"/>
            <a:ext cx="2227500" cy="56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4993481" y="11225671"/>
            <a:ext cx="1525191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3039534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8159045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40400" y="11225671"/>
            <a:ext cx="1522690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315250" y="11225600"/>
            <a:ext cx="2227500" cy="56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4993481" y="11225671"/>
            <a:ext cx="1525191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75" y="857701"/>
            <a:ext cx="6172250" cy="12643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891" y="2709079"/>
            <a:ext cx="2957536" cy="83990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556159" y="2709333"/>
            <a:ext cx="2962513" cy="83989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2315250" y="11225600"/>
            <a:ext cx="2227500" cy="56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339328" y="11225671"/>
            <a:ext cx="1523762" cy="563316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4993481" y="11225671"/>
            <a:ext cx="1525191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75" y="857957"/>
            <a:ext cx="6172250" cy="12643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1471" y="2709333"/>
            <a:ext cx="2957536" cy="16256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4515556"/>
            <a:ext cx="2957513" cy="65927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557481" y="2708821"/>
            <a:ext cx="2957536" cy="16256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557588" y="4515556"/>
            <a:ext cx="2957513" cy="65927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339328" y="11225671"/>
            <a:ext cx="1523762" cy="563316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4993481" y="11225671"/>
            <a:ext cx="1524119" cy="563316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75" y="857730"/>
            <a:ext cx="6172250" cy="126436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40400" y="11225671"/>
            <a:ext cx="1522690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315250" y="11225600"/>
            <a:ext cx="2227500" cy="56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4993481" y="11225671"/>
            <a:ext cx="1525191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91" y="1083479"/>
            <a:ext cx="2000266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684621" y="1083733"/>
            <a:ext cx="3829080" cy="10024533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0" y="4109156"/>
            <a:ext cx="2000250" cy="6999166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2315250" y="11225600"/>
            <a:ext cx="2227500" cy="56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4993481" y="11225671"/>
            <a:ext cx="1525191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39328" y="11225671"/>
            <a:ext cx="1523762" cy="563316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370671" y="1083733"/>
            <a:ext cx="1143009" cy="10024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1083733"/>
            <a:ext cx="4857789" cy="100245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40400" y="11225671"/>
            <a:ext cx="1522690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315250" y="11225600"/>
            <a:ext cx="2227500" cy="56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4993481" y="11225671"/>
            <a:ext cx="1525191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42900" y="1083733"/>
            <a:ext cx="6172557" cy="100245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40400" y="11225671"/>
            <a:ext cx="1522690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315250" y="11225600"/>
            <a:ext cx="2227500" cy="56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4993481" y="11225671"/>
            <a:ext cx="1525191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340400" y="11225671"/>
            <a:ext cx="1522690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2315250" y="11225600"/>
            <a:ext cx="2227500" cy="56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4993481" y="11225671"/>
            <a:ext cx="1525191" cy="563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875" y="857730"/>
            <a:ext cx="6172250" cy="12643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875" y="2709333"/>
            <a:ext cx="6172250" cy="83990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marR="0" indent="-171450" algn="l" defTabSz="685800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18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altLang="zh-CN" sz="18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altLang="zh-CN" sz="18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27432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lang="en-US" altLang="zh-CN" sz="18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6E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9" name="组合 18"/>
          <p:cNvGrpSpPr/>
          <p:nvPr userDrawn="1"/>
        </p:nvGrpSpPr>
        <p:grpSpPr>
          <a:xfrm>
            <a:off x="0" y="3240405"/>
            <a:ext cx="3770630" cy="3459480"/>
            <a:chOff x="0" y="4893"/>
            <a:chExt cx="5938" cy="5448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5475"/>
              <a:ext cx="2356" cy="1208"/>
            </a:xfrm>
            <a:prstGeom prst="rect">
              <a:avLst/>
            </a:prstGeom>
            <a:solidFill>
              <a:schemeClr val="accent6">
                <a:alpha val="100000"/>
              </a:schemeClr>
            </a:solidFill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在线</a:t>
              </a:r>
              <a:endParaRPr lang="zh-CN" altLang="en-US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" name="矩形 1"/>
            <p:cNvSpPr/>
            <p:nvPr userDrawn="1"/>
          </p:nvSpPr>
          <p:spPr>
            <a:xfrm>
              <a:off x="3582" y="5475"/>
              <a:ext cx="2356" cy="1208"/>
            </a:xfrm>
            <a:prstGeom prst="rect">
              <a:avLst/>
            </a:prstGeom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无信号</a:t>
              </a:r>
              <a:endParaRPr lang="zh-CN" altLang="en-US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" name="矩形 2"/>
            <p:cNvSpPr/>
            <p:nvPr userDrawn="1"/>
          </p:nvSpPr>
          <p:spPr>
            <a:xfrm>
              <a:off x="3582" y="7285"/>
              <a:ext cx="2356" cy="1208"/>
            </a:xfrm>
            <a:prstGeom prst="rect">
              <a:avLst/>
            </a:prstGeom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故障</a:t>
              </a:r>
              <a:endParaRPr lang="zh-CN" altLang="en-US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3582" y="9133"/>
              <a:ext cx="2356" cy="1208"/>
            </a:xfrm>
            <a:prstGeom prst="rect">
              <a:avLst/>
            </a:prstGeom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丢失</a:t>
              </a:r>
              <a:endParaRPr lang="zh-CN" altLang="en-US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0" y="7285"/>
              <a:ext cx="2356" cy="1208"/>
            </a:xfrm>
            <a:prstGeom prst="rect">
              <a:avLst/>
            </a:prstGeom>
            <a:solidFill>
              <a:srgbClr val="C00000">
                <a:alpha val="100000"/>
              </a:srgbClr>
            </a:solidFill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离线</a:t>
              </a:r>
              <a:endParaRPr lang="zh-CN" altLang="en-US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cxnSp>
          <p:nvCxnSpPr>
            <p:cNvPr id="24" name="直接箭头连接符 23"/>
            <p:cNvCxnSpPr>
              <a:stCxn id="7" idx="2"/>
              <a:endCxn id="23" idx="0"/>
            </p:cNvCxnSpPr>
            <p:nvPr userDrawn="1"/>
          </p:nvCxnSpPr>
          <p:spPr>
            <a:xfrm>
              <a:off x="1178" y="6683"/>
              <a:ext cx="0" cy="602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23" idx="3"/>
              <a:endCxn id="2" idx="1"/>
            </p:cNvCxnSpPr>
            <p:nvPr userDrawn="1"/>
          </p:nvCxnSpPr>
          <p:spPr>
            <a:xfrm flipV="1">
              <a:off x="2356" y="6079"/>
              <a:ext cx="1226" cy="1810"/>
            </a:xfrm>
            <a:prstGeom prst="line">
              <a:avLst/>
            </a:prstGeom>
            <a:ln w="19050" cmpd="sng"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stCxn id="23" idx="3"/>
              <a:endCxn id="10" idx="1"/>
            </p:cNvCxnSpPr>
            <p:nvPr userDrawn="1"/>
          </p:nvCxnSpPr>
          <p:spPr>
            <a:xfrm>
              <a:off x="2356" y="7889"/>
              <a:ext cx="1226" cy="1848"/>
            </a:xfrm>
            <a:prstGeom prst="line">
              <a:avLst/>
            </a:prstGeom>
            <a:ln w="19050" cmpd="sng"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>
              <a:stCxn id="23" idx="3"/>
              <a:endCxn id="3" idx="1"/>
            </p:cNvCxnSpPr>
            <p:nvPr userDrawn="1"/>
          </p:nvCxnSpPr>
          <p:spPr>
            <a:xfrm>
              <a:off x="2356" y="7889"/>
              <a:ext cx="1226" cy="0"/>
            </a:xfrm>
            <a:prstGeom prst="line">
              <a:avLst/>
            </a:prstGeom>
            <a:ln w="19050" cmpd="sng"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 userDrawn="1"/>
          </p:nvSpPr>
          <p:spPr>
            <a:xfrm>
              <a:off x="314" y="4893"/>
              <a:ext cx="1728" cy="580"/>
            </a:xfrm>
            <a:prstGeom prst="rect">
              <a:avLst/>
            </a:prstGeom>
          </p:spPr>
          <p:txBody>
            <a:bodyPr wrap="none" rtlCol="0">
              <a:spAutoFit/>
            </a:bodyPr>
            <a:p>
              <a:r>
                <a:rPr lang="zh-CN" altLang="en-US">
                  <a:solidFill>
                    <a:schemeClr val="bg1"/>
                  </a:solidFill>
                  <a:highlight>
                    <a:srgbClr val="000000"/>
                  </a:highlight>
                </a:rPr>
                <a:t>在线</a:t>
              </a:r>
              <a:r>
                <a:rPr lang="zh-CN" altLang="en-US">
                  <a:solidFill>
                    <a:schemeClr val="bg1"/>
                  </a:solidFill>
                  <a:highlight>
                    <a:srgbClr val="000000"/>
                  </a:highlight>
                  <a:cs typeface="Arial" panose="020B0604020202020204" pitchFamily="34" charset="0"/>
                </a:rPr>
                <a:t>状态</a:t>
              </a:r>
              <a:endParaRPr lang="zh-CN" altLang="en-US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3896" y="4893"/>
              <a:ext cx="1728" cy="580"/>
            </a:xfrm>
            <a:prstGeom prst="rect">
              <a:avLst/>
            </a:prstGeom>
          </p:spPr>
          <p:txBody>
            <a:bodyPr wrap="none" rtlCol="0">
              <a:spAutoFit/>
            </a:bodyPr>
            <a:p>
              <a:pPr algn="l"/>
              <a:r>
                <a:rPr lang="zh-CN" altLang="en-US">
                  <a:solidFill>
                    <a:schemeClr val="bg1"/>
                  </a:solidFill>
                  <a:highlight>
                    <a:srgbClr val="000000"/>
                  </a:highlight>
                </a:rPr>
                <a:t>异常类型</a:t>
              </a:r>
              <a:endParaRPr lang="zh-CN" altLang="en-US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0" y="0"/>
            <a:ext cx="6858000" cy="2303780"/>
            <a:chOff x="0" y="0"/>
            <a:chExt cx="10800" cy="3628"/>
          </a:xfrm>
        </p:grpSpPr>
        <p:sp>
          <p:nvSpPr>
            <p:cNvPr id="5" name="矩形 4"/>
            <p:cNvSpPr/>
            <p:nvPr userDrawn="1"/>
          </p:nvSpPr>
          <p:spPr>
            <a:xfrm>
              <a:off x="0" y="582"/>
              <a:ext cx="2356" cy="1208"/>
            </a:xfrm>
            <a:prstGeom prst="rect">
              <a:avLst/>
            </a:prstGeom>
            <a:solidFill>
              <a:schemeClr val="accent6">
                <a:alpha val="100000"/>
              </a:schemeClr>
            </a:solidFill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入库</a:t>
              </a:r>
              <a:endParaRPr lang="zh-CN" altLang="en-US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5629" y="582"/>
              <a:ext cx="2356" cy="1208"/>
            </a:xfrm>
            <a:prstGeom prst="rect">
              <a:avLst/>
            </a:prstGeom>
            <a:solidFill>
              <a:schemeClr val="accent3">
                <a:alpha val="100000"/>
              </a:schemeClr>
            </a:solidFill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出库</a:t>
              </a:r>
              <a:endParaRPr lang="zh-CN" altLang="en-US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2815" y="2420"/>
              <a:ext cx="2356" cy="1209"/>
            </a:xfrm>
            <a:prstGeom prst="rect">
              <a:avLst/>
            </a:prstGeom>
            <a:solidFill>
              <a:schemeClr val="accent4">
                <a:alpha val="100000"/>
              </a:schemeClr>
            </a:solidFill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滞留</a:t>
              </a:r>
              <a:endParaRPr lang="zh-CN" altLang="en-US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8444" y="582"/>
              <a:ext cx="2356" cy="1208"/>
            </a:xfrm>
            <a:prstGeom prst="rect">
              <a:avLst/>
            </a:prstGeom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在途</a:t>
              </a:r>
              <a:endParaRPr lang="zh-CN" altLang="en-US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2815" y="582"/>
              <a:ext cx="2356" cy="1208"/>
            </a:xfrm>
            <a:prstGeom prst="rect">
              <a:avLst/>
            </a:prstGeom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在库</a:t>
              </a:r>
              <a:endParaRPr lang="zh-CN" altLang="en-US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cxnSp>
          <p:nvCxnSpPr>
            <p:cNvPr id="4" name="直接箭头连接符 3"/>
            <p:cNvCxnSpPr>
              <a:stCxn id="5" idx="3"/>
              <a:endCxn id="12" idx="1"/>
            </p:cNvCxnSpPr>
            <p:nvPr userDrawn="1"/>
          </p:nvCxnSpPr>
          <p:spPr>
            <a:xfrm>
              <a:off x="2356" y="1186"/>
              <a:ext cx="45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stCxn id="6" idx="3"/>
              <a:endCxn id="9" idx="1"/>
            </p:cNvCxnSpPr>
            <p:nvPr userDrawn="1"/>
          </p:nvCxnSpPr>
          <p:spPr>
            <a:xfrm>
              <a:off x="7985" y="1186"/>
              <a:ext cx="459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12" idx="2"/>
              <a:endCxn id="8" idx="0"/>
            </p:cNvCxnSpPr>
            <p:nvPr userDrawn="1"/>
          </p:nvCxnSpPr>
          <p:spPr>
            <a:xfrm>
              <a:off x="3993" y="1790"/>
              <a:ext cx="0" cy="63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12" idx="3"/>
              <a:endCxn id="6" idx="1"/>
            </p:cNvCxnSpPr>
            <p:nvPr userDrawn="1"/>
          </p:nvCxnSpPr>
          <p:spPr>
            <a:xfrm>
              <a:off x="5171" y="1186"/>
              <a:ext cx="45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肘形连接符 17"/>
            <p:cNvCxnSpPr>
              <a:stCxn id="9" idx="2"/>
              <a:endCxn id="5" idx="2"/>
            </p:cNvCxnSpPr>
            <p:nvPr userDrawn="1"/>
          </p:nvCxnSpPr>
          <p:spPr>
            <a:xfrm rot="5400000">
              <a:off x="5400" y="-2432"/>
              <a:ext cx="5" cy="8444"/>
            </a:xfrm>
            <a:prstGeom prst="bentConnector3">
              <a:avLst>
                <a:gd name="adj1" fmla="val 48106944"/>
              </a:avLst>
            </a:prstGeom>
            <a:ln w="1905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stCxn id="8" idx="3"/>
              <a:endCxn id="6" idx="2"/>
            </p:cNvCxnSpPr>
            <p:nvPr userDrawn="1"/>
          </p:nvCxnSpPr>
          <p:spPr>
            <a:xfrm flipV="1">
              <a:off x="5171" y="1790"/>
              <a:ext cx="1636" cy="1235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 userDrawn="1"/>
          </p:nvSpPr>
          <p:spPr>
            <a:xfrm>
              <a:off x="314" y="0"/>
              <a:ext cx="1728" cy="580"/>
            </a:xfrm>
            <a:prstGeom prst="rect">
              <a:avLst/>
            </a:prstGeom>
          </p:spPr>
          <p:txBody>
            <a:bodyPr wrap="none" rtlCol="0">
              <a:spAutoFit/>
            </a:bodyPr>
            <a:p>
              <a:pPr algn="l"/>
              <a:r>
                <a:rPr lang="zh-CN" altLang="en-US">
                  <a:solidFill>
                    <a:schemeClr val="bg1"/>
                  </a:solidFill>
                  <a:highlight>
                    <a:srgbClr val="000000"/>
                  </a:highlight>
                </a:rPr>
                <a:t>资产状态</a:t>
              </a:r>
              <a:endParaRPr lang="zh-CN" altLang="en-US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WPS Office WWO_wpscloud_20260409124150-2e61b06350</Application>
  <PresentationFormat>宽屏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汉仪旗黑KW 55S</vt:lpstr>
      <vt:lpstr>微软雅黑</vt:lpstr>
      <vt:lpstr>汉仪书宋二KW</vt:lpstr>
      <vt:lpstr>Kingsoft Confetti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2026-04-16T08:39:54Z</dcterms:created>
  <dcterms:modified xsi:type="dcterms:W3CDTF">2026-04-16T08:39:54Z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2052-12.9.0.25970</vt:lpwstr>
  </property>
  <property fmtid="{D5CDD505-2E9C-101B-9397-08002B2CF9AE}" pid="3" name="ICV">
    <vt:lpwstr>93156BBC45110B79F64AE069F7C35A31_42</vt:lpwstr>
  </property>
</Properties>
</file>