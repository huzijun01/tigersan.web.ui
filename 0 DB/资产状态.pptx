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3"/>
  </p:sldIdLst>
  <p:sldSz cx="6858000" cy="12192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80414" y="1279287"/>
            <a:ext cx="194291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tags" Target="../tags/tag9.xml"/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4" Type="http://schemas.openxmlformats.org/officeDocument/2006/relationships/tags" Target="../tags/tag15.xml"/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tags" Target="../tags/tag28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57232" y="2420112"/>
            <a:ext cx="51435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57232" y="68284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340400" y="11225671"/>
            <a:ext cx="1522690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891" y="857701"/>
            <a:ext cx="6172250" cy="126436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875" y="2709333"/>
            <a:ext cx="6172250" cy="83990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340400" y="11225671"/>
            <a:ext cx="1522690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日期占位符 7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340400" y="11225671"/>
            <a:ext cx="1522690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7916" y="3039534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7916" y="8159045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340400" y="11225671"/>
            <a:ext cx="1522690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875" y="857701"/>
            <a:ext cx="6172250" cy="126436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42891" y="2709079"/>
            <a:ext cx="2957536" cy="83990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56159" y="2709333"/>
            <a:ext cx="2962513" cy="83989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2" name="页脚占位符 11"/>
          <p:cNvSpPr>
            <a:spLocks noGrp="1"/>
          </p:cNvSpPr>
          <p:nvPr>
            <p:ph type="ftr" sz="quarter" idx="3"/>
            <p:custDataLst>
              <p:tags r:id="rId2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4" name="日期占位符 1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339328" y="11225671"/>
            <a:ext cx="1523762" cy="563316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5" name="灯片编号占位符 14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875" y="857957"/>
            <a:ext cx="6172250" cy="126436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1471" y="2709333"/>
            <a:ext cx="2957536" cy="16256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42900" y="4515556"/>
            <a:ext cx="2957513" cy="65927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557481" y="2708821"/>
            <a:ext cx="2957536" cy="16256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557588" y="4515556"/>
            <a:ext cx="2957513" cy="659276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9" name="日期占位符 18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339328" y="11225671"/>
            <a:ext cx="1523762" cy="563316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20" name="页脚占位符 19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21" name="灯片编号占位符 20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4993481" y="11225671"/>
            <a:ext cx="1524119" cy="563316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875" y="857730"/>
            <a:ext cx="6172250" cy="126436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340400" y="11225671"/>
            <a:ext cx="1522690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7" name="页脚占位符 6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891" y="1083479"/>
            <a:ext cx="2000266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684621" y="1083733"/>
            <a:ext cx="3829080" cy="10024533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42900" y="4109156"/>
            <a:ext cx="2000250" cy="6999166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30" name="页脚占位符 29"/>
          <p:cNvSpPr>
            <a:spLocks noGrp="1"/>
          </p:cNvSpPr>
          <p:nvPr>
            <p:ph type="ftr" sz="quarter" idx="3"/>
            <p:custDataLst>
              <p:tags r:id="rId2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31" name="灯片编号占位符 30"/>
          <p:cNvSpPr>
            <a:spLocks noGrp="1"/>
          </p:cNvSpPr>
          <p:nvPr>
            <p:ph type="sldNum" sz="quarter" idx="4"/>
            <p:custDataLst>
              <p:tags r:id="rId3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32" name="日期占位符 31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339328" y="11225671"/>
            <a:ext cx="1523762" cy="563316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5370671" y="1083733"/>
            <a:ext cx="1143009" cy="10024613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42900" y="1083733"/>
            <a:ext cx="4857789" cy="10024533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340400" y="11225671"/>
            <a:ext cx="1522690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342900" y="1083733"/>
            <a:ext cx="6172557" cy="100245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2" name="日期占位符 11"/>
          <p:cNvSpPr>
            <a:spLocks noGrp="1"/>
          </p:cNvSpPr>
          <p:nvPr>
            <p:ph type="dt" sz="half" idx="2"/>
            <p:custDataLst>
              <p:tags r:id="rId2"/>
            </p:custDataLst>
          </p:nvPr>
        </p:nvSpPr>
        <p:spPr>
          <a:xfrm>
            <a:off x="340400" y="11225671"/>
            <a:ext cx="1522690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3" name="页脚占位符 12"/>
          <p:cNvSpPr>
            <a:spLocks noGrp="1"/>
          </p:cNvSpPr>
          <p:nvPr>
            <p:ph type="ftr" sz="quarter" idx="3"/>
            <p:custDataLst>
              <p:tags r:id="rId3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14" name="灯片编号占位符 13"/>
          <p:cNvSpPr>
            <a:spLocks noGrp="1"/>
          </p:cNvSpPr>
          <p:nvPr>
            <p:ph type="sldNum" sz="quarter" idx="4"/>
            <p:custDataLst>
              <p:tags r:id="rId4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tags" Target="../tags/tag33.xml"/><Relationship Id="rId12" Type="http://schemas.openxmlformats.org/officeDocument/2006/relationships/tags" Target="../tags/tag32.xml"/><Relationship Id="rId11" Type="http://schemas.openxmlformats.org/officeDocument/2006/relationships/tags" Target="../tags/tag3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1"/>
            </p:custDataLst>
          </p:nvPr>
        </p:nvSpPr>
        <p:spPr>
          <a:xfrm>
            <a:off x="340400" y="11225671"/>
            <a:ext cx="1522690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2"/>
            </p:custDataLst>
          </p:nvPr>
        </p:nvSpPr>
        <p:spPr>
          <a:xfrm>
            <a:off x="2315250" y="11225600"/>
            <a:ext cx="2227500" cy="563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3"/>
            </p:custDataLst>
          </p:nvPr>
        </p:nvSpPr>
        <p:spPr>
          <a:xfrm>
            <a:off x="4993481" y="11225671"/>
            <a:ext cx="1525191" cy="5633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42875" y="857730"/>
            <a:ext cx="6172250" cy="126436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2875" y="2709333"/>
            <a:ext cx="6172250" cy="839900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altLang="zh-CN" dirty="0"/>
          </a:p>
          <a:p>
            <a:pPr lvl="5"/>
            <a:r>
              <a:rPr lang="zh-CN" altLang="en-US" dirty="0"/>
              <a:t>第六级</a:t>
            </a:r>
            <a:endParaRPr lang="en-US" altLang="zh-CN" dirty="0"/>
          </a:p>
          <a:p>
            <a:pPr marL="2971800" marR="0" lvl="6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第七级</a:t>
            </a:r>
            <a:endParaRPr lang="en-US" altLang="zh-CN" dirty="0"/>
          </a:p>
          <a:p>
            <a:pPr marL="3429000" marR="0" lvl="7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第八级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第九级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lang="en-US" altLang="zh-CN" dirty="0"/>
          </a:p>
          <a:p>
            <a:pPr lvl="5"/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7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5pPr>
      <a:lvl6pPr marL="1885950" marR="0" indent="-171450" algn="l" defTabSz="685800" rtl="0" eaLnBrk="1" fontAlgn="auto" latinLnBrk="0" hangingPunct="1">
        <a:lnSpc>
          <a:spcPct val="90000"/>
        </a:lnSpc>
        <a:spcBef>
          <a:spcPts val="375"/>
        </a:spcBef>
        <a:spcAft>
          <a:spcPts val="0"/>
        </a:spcAft>
        <a:buClrTx/>
        <a:buSzTx/>
        <a:buFont typeface="Arial" panose="020B0604020202020204" pitchFamily="34" charset="0"/>
        <a:buChar char="•"/>
        <a:defRPr lang="zh-CN" altLang="en-US" sz="1800" kern="1200" dirty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n-US" altLang="zh-CN" sz="18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lang="en-US" altLang="zh-CN" sz="18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8pPr>
      <a:lvl9pPr marL="27432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lang="en-US" altLang="zh-CN" sz="18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6ED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44" name="组合 43"/>
          <p:cNvGrpSpPr/>
          <p:nvPr userDrawn="1"/>
        </p:nvGrpSpPr>
        <p:grpSpPr>
          <a:xfrm>
            <a:off x="667976" y="0"/>
            <a:ext cx="5521960" cy="5198745"/>
            <a:chOff x="1051" y="0"/>
            <a:chExt cx="8696" cy="8187"/>
          </a:xfrm>
        </p:grpSpPr>
        <p:grpSp>
          <p:nvGrpSpPr>
            <p:cNvPr id="42" name="组合 41"/>
            <p:cNvGrpSpPr/>
            <p:nvPr userDrawn="1"/>
          </p:nvGrpSpPr>
          <p:grpSpPr>
            <a:xfrm>
              <a:off x="3382" y="4111"/>
              <a:ext cx="4035" cy="4076"/>
              <a:chOff x="0" y="4726"/>
              <a:chExt cx="4035" cy="4076"/>
            </a:xfrm>
          </p:grpSpPr>
          <p:sp>
            <p:nvSpPr>
              <p:cNvPr id="7" name="矩形 6"/>
              <p:cNvSpPr/>
              <p:nvPr userDrawn="1"/>
            </p:nvSpPr>
            <p:spPr>
              <a:xfrm>
                <a:off x="0" y="5257"/>
                <a:ext cx="1701" cy="850"/>
              </a:xfrm>
              <a:prstGeom prst="rect">
                <a:avLst/>
              </a:prstGeom>
              <a:solidFill>
                <a:schemeClr val="accent6">
                  <a:alpha val="100000"/>
                </a:schemeClr>
              </a:solidFill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在线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sp>
            <p:nvSpPr>
              <p:cNvPr id="2" name="矩形 1"/>
              <p:cNvSpPr/>
              <p:nvPr userDrawn="1"/>
            </p:nvSpPr>
            <p:spPr>
              <a:xfrm>
                <a:off x="2335" y="5257"/>
                <a:ext cx="1700" cy="850"/>
              </a:xfrm>
              <a:prstGeom prst="rect">
                <a:avLst/>
              </a:prstGeom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无信号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sp>
            <p:nvSpPr>
              <p:cNvPr id="3" name="矩形 2"/>
              <p:cNvSpPr/>
              <p:nvPr userDrawn="1"/>
            </p:nvSpPr>
            <p:spPr>
              <a:xfrm>
                <a:off x="2335" y="6602"/>
                <a:ext cx="1701" cy="850"/>
              </a:xfrm>
              <a:prstGeom prst="rect">
                <a:avLst/>
              </a:prstGeom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故障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sp>
            <p:nvSpPr>
              <p:cNvPr id="10" name="矩形 9"/>
              <p:cNvSpPr/>
              <p:nvPr userDrawn="1"/>
            </p:nvSpPr>
            <p:spPr>
              <a:xfrm>
                <a:off x="2335" y="7952"/>
                <a:ext cx="1701" cy="850"/>
              </a:xfrm>
              <a:prstGeom prst="rect">
                <a:avLst/>
              </a:prstGeom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丢失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sp>
            <p:nvSpPr>
              <p:cNvPr id="23" name="矩形 22"/>
              <p:cNvSpPr/>
              <p:nvPr userDrawn="1"/>
            </p:nvSpPr>
            <p:spPr>
              <a:xfrm>
                <a:off x="0" y="6602"/>
                <a:ext cx="1701" cy="850"/>
              </a:xfrm>
              <a:prstGeom prst="rect">
                <a:avLst/>
              </a:prstGeom>
              <a:solidFill>
                <a:srgbClr val="C00000">
                  <a:alpha val="100000"/>
                </a:srgbClr>
              </a:solidFill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离线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cxnSp>
            <p:nvCxnSpPr>
              <p:cNvPr id="24" name="直接箭头连接符 23"/>
              <p:cNvCxnSpPr>
                <a:stCxn id="7" idx="2"/>
                <a:endCxn id="23" idx="0"/>
              </p:cNvCxnSpPr>
              <p:nvPr userDrawn="1"/>
            </p:nvCxnSpPr>
            <p:spPr>
              <a:xfrm>
                <a:off x="851" y="6107"/>
                <a:ext cx="0" cy="495"/>
              </a:xfrm>
              <a:prstGeom prst="straightConnector1">
                <a:avLst/>
              </a:prstGeom>
              <a:ln w="19050"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5" name="直接连接符 24"/>
              <p:cNvCxnSpPr>
                <a:stCxn id="23" idx="3"/>
                <a:endCxn id="2" idx="1"/>
              </p:cNvCxnSpPr>
              <p:nvPr userDrawn="1"/>
            </p:nvCxnSpPr>
            <p:spPr>
              <a:xfrm flipV="1">
                <a:off x="1701" y="5682"/>
                <a:ext cx="634" cy="1345"/>
              </a:xfrm>
              <a:prstGeom prst="line">
                <a:avLst/>
              </a:prstGeom>
              <a:ln w="19050" cmpd="sng">
                <a:prstDash val="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6" name="直接连接符 25"/>
              <p:cNvCxnSpPr>
                <a:stCxn id="23" idx="3"/>
                <a:endCxn id="10" idx="1"/>
              </p:cNvCxnSpPr>
              <p:nvPr userDrawn="1"/>
            </p:nvCxnSpPr>
            <p:spPr>
              <a:xfrm>
                <a:off x="1701" y="7027"/>
                <a:ext cx="634" cy="1350"/>
              </a:xfrm>
              <a:prstGeom prst="line">
                <a:avLst/>
              </a:prstGeom>
              <a:ln w="19050" cmpd="sng">
                <a:prstDash val="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7" name="直接连接符 26"/>
              <p:cNvCxnSpPr>
                <a:stCxn id="23" idx="3"/>
                <a:endCxn id="3" idx="1"/>
              </p:cNvCxnSpPr>
              <p:nvPr userDrawn="1"/>
            </p:nvCxnSpPr>
            <p:spPr>
              <a:xfrm>
                <a:off x="1701" y="7027"/>
                <a:ext cx="634" cy="0"/>
              </a:xfrm>
              <a:prstGeom prst="line">
                <a:avLst/>
              </a:prstGeom>
              <a:ln w="19050" cmpd="sng">
                <a:prstDash val="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11" name="文本框 10"/>
              <p:cNvSpPr txBox="1"/>
              <p:nvPr userDrawn="1"/>
            </p:nvSpPr>
            <p:spPr>
              <a:xfrm>
                <a:off x="66" y="4726"/>
                <a:ext cx="1568" cy="531"/>
              </a:xfrm>
              <a:prstGeom prst="rect">
                <a:avLst/>
              </a:prstGeom>
            </p:spPr>
            <p:txBody>
              <a:bodyPr wrap="none" rtlCol="0">
                <a:noAutofit/>
              </a:bodyPr>
              <a:p>
                <a:r>
                  <a:rPr lang="zh-CN" altLang="en-US" sz="1600">
                    <a:solidFill>
                      <a:srgbClr val="000000"/>
                    </a:solidFill>
                  </a:rPr>
                  <a:t>在线</a:t>
                </a:r>
                <a:r>
                  <a:rPr lang="zh-CN" altLang="en-US" sz="1600">
                    <a:solidFill>
                      <a:srgbClr val="000000"/>
                    </a:solidFill>
                    <a:cs typeface="Arial" panose="020B0604020202020204" pitchFamily="34" charset="0"/>
                  </a:rPr>
                  <a:t>状态</a:t>
                </a:r>
                <a:endParaRPr lang="zh-CN" altLang="en-US"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4" name="文本框 13"/>
              <p:cNvSpPr txBox="1"/>
              <p:nvPr userDrawn="1"/>
            </p:nvSpPr>
            <p:spPr>
              <a:xfrm>
                <a:off x="2401" y="4726"/>
                <a:ext cx="1568" cy="531"/>
              </a:xfrm>
              <a:prstGeom prst="rect">
                <a:avLst/>
              </a:prstGeom>
            </p:spPr>
            <p:txBody>
              <a:bodyPr wrap="none" rtlCol="0">
                <a:noAutofit/>
              </a:bodyPr>
              <a:p>
                <a:pPr algn="l"/>
                <a:r>
                  <a:rPr lang="zh-CN" altLang="en-US" sz="1600">
                    <a:solidFill>
                      <a:srgbClr val="000000"/>
                    </a:solidFill>
                  </a:rPr>
                  <a:t>异常类型</a:t>
                </a:r>
                <a:endParaRPr lang="zh-CN" altLang="en-US" sz="1600">
                  <a:solidFill>
                    <a:srgbClr val="000000"/>
                  </a:solidFill>
                </a:endParaRPr>
              </a:p>
            </p:txBody>
          </p:sp>
        </p:grpSp>
        <p:grpSp>
          <p:nvGrpSpPr>
            <p:cNvPr id="43" name="组合 42"/>
            <p:cNvGrpSpPr/>
            <p:nvPr userDrawn="1"/>
          </p:nvGrpSpPr>
          <p:grpSpPr>
            <a:xfrm>
              <a:off x="1051" y="0"/>
              <a:ext cx="8697" cy="2623"/>
              <a:chOff x="0" y="637"/>
              <a:chExt cx="8697" cy="2623"/>
            </a:xfrm>
          </p:grpSpPr>
          <p:sp>
            <p:nvSpPr>
              <p:cNvPr id="5" name="矩形 4"/>
              <p:cNvSpPr/>
              <p:nvPr userDrawn="1"/>
            </p:nvSpPr>
            <p:spPr>
              <a:xfrm>
                <a:off x="0" y="2407"/>
                <a:ext cx="1701" cy="850"/>
              </a:xfrm>
              <a:prstGeom prst="rect">
                <a:avLst/>
              </a:prstGeom>
              <a:solidFill>
                <a:schemeClr val="accent6">
                  <a:alpha val="100000"/>
                </a:schemeClr>
              </a:solidFill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入库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sp>
            <p:nvSpPr>
              <p:cNvPr id="6" name="矩形 5"/>
              <p:cNvSpPr/>
              <p:nvPr userDrawn="1"/>
            </p:nvSpPr>
            <p:spPr>
              <a:xfrm>
                <a:off x="4666" y="2407"/>
                <a:ext cx="1701" cy="850"/>
              </a:xfrm>
              <a:prstGeom prst="rect">
                <a:avLst/>
              </a:prstGeom>
              <a:solidFill>
                <a:schemeClr val="accent3">
                  <a:alpha val="100000"/>
                </a:schemeClr>
              </a:solidFill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出库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sp>
            <p:nvSpPr>
              <p:cNvPr id="8" name="矩形 7"/>
              <p:cNvSpPr/>
              <p:nvPr userDrawn="1"/>
            </p:nvSpPr>
            <p:spPr>
              <a:xfrm>
                <a:off x="2335" y="1168"/>
                <a:ext cx="1701" cy="850"/>
              </a:xfrm>
              <a:prstGeom prst="rect">
                <a:avLst/>
              </a:prstGeom>
              <a:solidFill>
                <a:schemeClr val="accent4">
                  <a:alpha val="100000"/>
                </a:schemeClr>
              </a:solidFill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滞留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sp>
            <p:nvSpPr>
              <p:cNvPr id="9" name="矩形 8"/>
              <p:cNvSpPr/>
              <p:nvPr userDrawn="1"/>
            </p:nvSpPr>
            <p:spPr>
              <a:xfrm>
                <a:off x="6997" y="2407"/>
                <a:ext cx="1700" cy="850"/>
              </a:xfrm>
              <a:prstGeom prst="rect">
                <a:avLst/>
              </a:prstGeom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在途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sp>
            <p:nvSpPr>
              <p:cNvPr id="12" name="矩形 11"/>
              <p:cNvSpPr/>
              <p:nvPr userDrawn="1"/>
            </p:nvSpPr>
            <p:spPr>
              <a:xfrm>
                <a:off x="2335" y="2407"/>
                <a:ext cx="1701" cy="850"/>
              </a:xfrm>
              <a:prstGeom prst="rect">
                <a:avLst/>
              </a:prstGeom>
              <a:ln w="12700" cmpd="sng">
                <a:noFill/>
                <a:prstDash val="solid"/>
                <a:miter lim="800000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p>
                <a:pPr algn="ctr"/>
                <a:r>
                  <a:rPr lang="zh-CN" altLang="en-US" sz="1600">
                    <a:solidFill>
                      <a:schemeClr val="bg1"/>
                    </a:solidFill>
                    <a:latin typeface="微软雅黑" charset="0"/>
                    <a:ea typeface="微软雅黑" charset="0"/>
                    <a:cs typeface="微软雅黑" charset="0"/>
                  </a:rPr>
                  <a:t>在库</a:t>
                </a:r>
                <a:endParaRPr lang="zh-CN" altLang="en-US" sz="1600">
                  <a:solidFill>
                    <a:schemeClr val="bg1"/>
                  </a:solidFill>
                  <a:latin typeface="微软雅黑" charset="0"/>
                  <a:ea typeface="微软雅黑" charset="0"/>
                  <a:cs typeface="微软雅黑" charset="0"/>
                </a:endParaRPr>
              </a:p>
            </p:txBody>
          </p:sp>
          <p:cxnSp>
            <p:nvCxnSpPr>
              <p:cNvPr id="4" name="直接箭头连接符 3"/>
              <p:cNvCxnSpPr>
                <a:stCxn id="5" idx="3"/>
                <a:endCxn id="12" idx="1"/>
              </p:cNvCxnSpPr>
              <p:nvPr userDrawn="1"/>
            </p:nvCxnSpPr>
            <p:spPr>
              <a:xfrm>
                <a:off x="1701" y="2832"/>
                <a:ext cx="634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3" name="直接箭头连接符 12"/>
              <p:cNvCxnSpPr>
                <a:stCxn id="6" idx="3"/>
                <a:endCxn id="9" idx="1"/>
              </p:cNvCxnSpPr>
              <p:nvPr userDrawn="1"/>
            </p:nvCxnSpPr>
            <p:spPr>
              <a:xfrm>
                <a:off x="6367" y="2832"/>
                <a:ext cx="630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6" name="直接箭头连接符 15"/>
              <p:cNvCxnSpPr>
                <a:stCxn id="12" idx="0"/>
                <a:endCxn id="8" idx="2"/>
              </p:cNvCxnSpPr>
              <p:nvPr userDrawn="1"/>
            </p:nvCxnSpPr>
            <p:spPr>
              <a:xfrm flipV="1">
                <a:off x="3186" y="2018"/>
                <a:ext cx="0" cy="389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7" name="直接箭头连接符 16"/>
              <p:cNvCxnSpPr>
                <a:stCxn id="12" idx="3"/>
                <a:endCxn id="6" idx="1"/>
              </p:cNvCxnSpPr>
              <p:nvPr userDrawn="1"/>
            </p:nvCxnSpPr>
            <p:spPr>
              <a:xfrm>
                <a:off x="4036" y="2832"/>
                <a:ext cx="630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2" name="肘形连接符 21"/>
              <p:cNvCxnSpPr>
                <a:stCxn id="8" idx="3"/>
                <a:endCxn id="6" idx="0"/>
              </p:cNvCxnSpPr>
              <p:nvPr userDrawn="1"/>
            </p:nvCxnSpPr>
            <p:spPr>
              <a:xfrm>
                <a:off x="4036" y="1593"/>
                <a:ext cx="1481" cy="814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15" name="文本框 14"/>
              <p:cNvSpPr txBox="1"/>
              <p:nvPr userDrawn="1"/>
            </p:nvSpPr>
            <p:spPr>
              <a:xfrm>
                <a:off x="2401" y="637"/>
                <a:ext cx="1568" cy="531"/>
              </a:xfrm>
              <a:prstGeom prst="rect">
                <a:avLst/>
              </a:prstGeom>
            </p:spPr>
            <p:txBody>
              <a:bodyPr wrap="none" rtlCol="0">
                <a:noAutofit/>
              </a:bodyPr>
              <a:p>
                <a:pPr algn="l"/>
                <a:r>
                  <a:rPr lang="zh-CN" altLang="en-US" sz="1600">
                    <a:solidFill>
                      <a:srgbClr val="000000"/>
                    </a:solidFill>
                  </a:rPr>
                  <a:t>资产状态</a:t>
                </a:r>
                <a:endParaRPr lang="zh-CN" altLang="en-US"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41" name="肘形连接符 40"/>
              <p:cNvCxnSpPr>
                <a:stCxn id="9" idx="2"/>
                <a:endCxn id="5" idx="2"/>
              </p:cNvCxnSpPr>
              <p:nvPr userDrawn="1"/>
            </p:nvCxnSpPr>
            <p:spPr>
              <a:xfrm rot="5400000">
                <a:off x="4349" y="-241"/>
                <a:ext cx="5" cy="6996"/>
              </a:xfrm>
              <a:prstGeom prst="bentConnector3">
                <a:avLst>
                  <a:gd name="adj1" fmla="val 7548182"/>
                </a:avLst>
              </a:prstGeom>
              <a:ln w="19050">
                <a:headEnd type="none"/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spect">
      <a:maj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</Words>
  <Application>WPS Office WWO_wpscloud_20260409124150-2e61b06350</Application>
  <PresentationFormat>宽屏</PresentationFormat>
  <Paragraphs>26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宋体</vt:lpstr>
      <vt:lpstr>Wingdings</vt:lpstr>
      <vt:lpstr>微软雅黑</vt:lpstr>
      <vt:lpstr>汉仪旗黑KW 55S</vt:lpstr>
      <vt:lpstr>微软雅黑</vt:lpstr>
      <vt:lpstr>汉仪书宋二KW</vt:lpstr>
      <vt:lpstr>Kingsoft Confetti</vt:lpstr>
      <vt:lpstr>Office 主题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dcterms:created xsi:type="dcterms:W3CDTF">2026-04-18T03:57:06Z</dcterms:created>
  <dcterms:modified xsi:type="dcterms:W3CDTF">2026-04-18T03:57:06Z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2052-12.9.0.25970</vt:lpwstr>
  </property>
  <property fmtid="{D5CDD505-2E9C-101B-9397-08002B2CF9AE}" pid="3" name="ICV">
    <vt:lpwstr>93156BBC45110B79F64AE069F7C35A31_42</vt:lpwstr>
  </property>
</Properties>
</file>